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7473" autoAdjust="0"/>
  </p:normalViewPr>
  <p:slideViewPr>
    <p:cSldViewPr snapToGrid="0">
      <p:cViewPr varScale="1">
        <p:scale>
          <a:sx n="108" d="100"/>
          <a:sy n="108" d="100"/>
        </p:scale>
        <p:origin x="6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DEC82-5893-401F-8117-60480B96CEC7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634AF-84D9-4D6A-87BF-4ED7F158EC9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1872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634AF-84D9-4D6A-87BF-4ED7F158EC9D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12887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B60E57B-1E70-E2D9-9BF8-9C46AC6F9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1D1FEC21-B539-1658-6A8E-02A72FB48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6C8CCD7-EF47-2855-F7C0-9118F47E4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B764877-F333-3EE6-60DF-7594AEEF6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75C7BBF-988C-BAE2-89E2-10C56C59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002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665285-AA1D-6BA6-2443-532DC0907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554D504-C1F2-B8A2-26B4-06ADE4E12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D2BE09D-51B9-127F-041A-2492070D9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3381299-EFB9-C167-AE65-E044C0CB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66935C5-D035-F124-C622-B1BF4A60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364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19115E7-5DE2-04E7-C50A-357E44C3F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062C4DE-050C-46A3-6A47-FA96807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C07EF69-3903-D29F-73EC-CE44CDA8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7DC3611-3EAF-68C5-1045-1A3A0FD3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42B45A4-AC79-B8D4-F491-A9EF81DF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217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671FA84-EFC2-0473-31DA-9EAE19E9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E64CD8C-4720-D336-7C72-6EB5EFD36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2E9A30E1-2CDB-5655-FF86-32CBD9C7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34E0F11-4EF1-70C4-7745-A32DA331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56932EC-0C0E-9D32-A00F-005AF082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DC98AD3-29BA-3D2B-6869-8104D378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460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9B0A9AB-00BA-5D75-18CB-F25FDE4AB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A42310C-44BA-0A78-DBC5-A1B30AB73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D747CD7-9DD8-982D-E372-8EA0FA9E2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140BA64E-7A8F-D84F-3A9F-6F8497222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0900907C-9BFD-7080-2A0E-6FBD4DDF9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7AA9B039-5209-9C9E-6C68-1205445B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1A1C463B-6D02-8EF9-DEFD-0EBFF21F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45E2B769-73EF-E7C7-2EAA-3A811B49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5501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73BCCA-2A1F-F18E-10B5-7C9B40F8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0D58B02F-F603-6D1F-E33B-2148270B4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80DC9F5D-9580-C6EF-E83B-C87B03DD7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CEDFA37C-F92B-57F8-5424-A86C0DD5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8462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ABDCE560-CCD1-DFF3-24C1-F034346E4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69C8B2DE-5623-F979-B834-0DFBEF91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7114C64-05F8-4384-3CF0-DA1A659F3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873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3D9A93-4A6F-BF0A-E114-5511C157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82DED54-899A-10CC-F395-4F0DFDF26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AC1F8C5-E573-39DB-FA16-7D216F385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6C376CD9-388C-B3A4-348F-4B9EF61B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12B4067-16F7-B555-A090-E6179EDB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0298285-28AA-80C2-2ABB-A24755FE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5555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949BB69-A00E-176E-9EC6-3E081BA55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31C24907-7779-C3C1-3FE4-A41011972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8D22D35-5DD0-5DD6-9CB8-87E7790D2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16E5FDD-9B57-D114-6BEC-BD8B4269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4331B17B-4340-7415-C8C0-0E18CA5F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EC2D156-7F56-E552-99CD-8CC2ABB9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35565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3EC4B56-3664-AE31-9FB5-F7222C6F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CA5095A2-8F37-19F8-CB46-BB6D420EC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791DC90-CE5C-8F49-906F-6FDC8459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AD4DC0E-FCB4-E3AE-98D4-382A43E2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2A1BB15-3487-AF70-2132-A86F8264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6928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458F12BC-EAFE-C5B8-ED9C-2CABA7A75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771ACFB3-8683-FE97-6CCA-DF9F85197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9B2C233-0306-0E68-60BD-221E434C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D9DF077-67BE-8225-DB04-8533FAE6E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3AC4086-C4EC-F668-9232-B82A8AF2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451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A2780765-3192-EC49-5101-F3B3D9E37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450B365-FF99-3585-AF38-1CA072E50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F35433B-B427-8FFF-8171-62FB34EBD1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82EE2F-6329-42A7-8190-BEB0169CAEFD}" type="datetimeFigureOut">
              <a:rPr lang="vi-VN" smtClean="0"/>
              <a:t>02/10/2024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6E36A1F-79D3-DC78-93FD-9F643F44B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88DAAC8-7673-E0E5-C4A8-9A5CBBC62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855F5-4ADF-40AC-AA90-97DB981D6F4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259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ưu đồ: Đường kết nối 3">
            <a:extLst>
              <a:ext uri="{FF2B5EF4-FFF2-40B4-BE49-F238E27FC236}">
                <a16:creationId xmlns:a16="http://schemas.microsoft.com/office/drawing/2014/main" id="{838CAB32-A6B8-F559-2F46-4F47D46CBB5E}"/>
              </a:ext>
            </a:extLst>
          </p:cNvPr>
          <p:cNvSpPr/>
          <p:nvPr/>
        </p:nvSpPr>
        <p:spPr>
          <a:xfrm>
            <a:off x="5808888" y="163284"/>
            <a:ext cx="269421" cy="269423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EE37A075-FA1D-E5B6-79D3-70ABFCA65588}"/>
              </a:ext>
            </a:extLst>
          </p:cNvPr>
          <p:cNvSpPr/>
          <p:nvPr/>
        </p:nvSpPr>
        <p:spPr>
          <a:xfrm>
            <a:off x="5041446" y="800100"/>
            <a:ext cx="1804307" cy="10042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Lựa chọn người dùng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D5AE37E6-B27F-0C1B-94CF-10BDEA8270F1}"/>
              </a:ext>
            </a:extLst>
          </p:cNvPr>
          <p:cNvSpPr/>
          <p:nvPr/>
        </p:nvSpPr>
        <p:spPr>
          <a:xfrm>
            <a:off x="3457575" y="2926895"/>
            <a:ext cx="1804307" cy="10042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solidFill>
                  <a:schemeClr val="tx1"/>
                </a:solidFill>
              </a:rPr>
              <a:t>Auto</a:t>
            </a:r>
            <a:endParaRPr lang="vi-VN" dirty="0">
              <a:solidFill>
                <a:schemeClr val="tx1"/>
              </a:solidFill>
            </a:endParaRP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4C8A34AF-2D7E-C605-8989-3585365726B4}"/>
              </a:ext>
            </a:extLst>
          </p:cNvPr>
          <p:cNvSpPr/>
          <p:nvPr/>
        </p:nvSpPr>
        <p:spPr>
          <a:xfrm>
            <a:off x="7471681" y="2926896"/>
            <a:ext cx="1804307" cy="10042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solidFill>
                  <a:schemeClr val="tx1"/>
                </a:solidFill>
              </a:rPr>
              <a:t>Manual</a:t>
            </a:r>
            <a:endParaRPr lang="vi-VN" dirty="0">
              <a:solidFill>
                <a:schemeClr val="tx1"/>
              </a:solidFill>
            </a:endParaRP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9A48B423-F6F0-E383-4C1E-10042E2EA20B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4359729" y="1804307"/>
            <a:ext cx="681717" cy="1122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97FE0FBB-244B-D134-B028-5E21C8CC97FB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845753" y="1804307"/>
            <a:ext cx="1528082" cy="1122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B19BD502-BD1D-EFCC-FDD8-B67BC946B848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5943599" y="432707"/>
            <a:ext cx="1" cy="367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Hình chữ nhật 30">
            <a:extLst>
              <a:ext uri="{FF2B5EF4-FFF2-40B4-BE49-F238E27FC236}">
                <a16:creationId xmlns:a16="http://schemas.microsoft.com/office/drawing/2014/main" id="{F5051A4A-AD21-92D2-9AB3-DA9F286F8E53}"/>
              </a:ext>
            </a:extLst>
          </p:cNvPr>
          <p:cNvSpPr/>
          <p:nvPr/>
        </p:nvSpPr>
        <p:spPr>
          <a:xfrm>
            <a:off x="5492522" y="4434567"/>
            <a:ext cx="1804307" cy="10042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>
                <a:solidFill>
                  <a:schemeClr val="tx1"/>
                </a:solidFill>
              </a:rPr>
              <a:t>Tắt</a:t>
            </a:r>
            <a:endParaRPr lang="vi-VN" dirty="0">
              <a:solidFill>
                <a:schemeClr val="tx1"/>
              </a:solidFill>
            </a:endParaRPr>
          </a:p>
        </p:txBody>
      </p:sp>
      <p:cxnSp>
        <p:nvCxnSpPr>
          <p:cNvPr id="33" name="Đường kết nối: Cong 32">
            <a:extLst>
              <a:ext uri="{FF2B5EF4-FFF2-40B4-BE49-F238E27FC236}">
                <a16:creationId xmlns:a16="http://schemas.microsoft.com/office/drawing/2014/main" id="{386EE0D0-CDFE-115D-691D-00F81CACEEC1}"/>
              </a:ext>
            </a:extLst>
          </p:cNvPr>
          <p:cNvCxnSpPr>
            <a:stCxn id="8" idx="2"/>
            <a:endCxn id="31" idx="1"/>
          </p:cNvCxnSpPr>
          <p:nvPr/>
        </p:nvCxnSpPr>
        <p:spPr>
          <a:xfrm rot="16200000" flipH="1">
            <a:off x="4423341" y="3867489"/>
            <a:ext cx="1005569" cy="113279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Đường kết nối: Cong 33">
            <a:extLst>
              <a:ext uri="{FF2B5EF4-FFF2-40B4-BE49-F238E27FC236}">
                <a16:creationId xmlns:a16="http://schemas.microsoft.com/office/drawing/2014/main" id="{C68E7C8A-F8FC-071F-1FF4-ABD63191D8B1}"/>
              </a:ext>
            </a:extLst>
          </p:cNvPr>
          <p:cNvCxnSpPr>
            <a:cxnSpLocks/>
            <a:stCxn id="9" idx="2"/>
            <a:endCxn id="31" idx="3"/>
          </p:cNvCxnSpPr>
          <p:nvPr/>
        </p:nvCxnSpPr>
        <p:spPr>
          <a:xfrm rot="5400000">
            <a:off x="7332548" y="3895384"/>
            <a:ext cx="1005568" cy="107700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Đường kết nối: Cong 44">
            <a:extLst>
              <a:ext uri="{FF2B5EF4-FFF2-40B4-BE49-F238E27FC236}">
                <a16:creationId xmlns:a16="http://schemas.microsoft.com/office/drawing/2014/main" id="{317B269E-E1EA-AF4B-D705-4F5795CF855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61882" y="3258151"/>
            <a:ext cx="2209798" cy="104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Đường nối Thẳng 59">
            <a:extLst>
              <a:ext uri="{FF2B5EF4-FFF2-40B4-BE49-F238E27FC236}">
                <a16:creationId xmlns:a16="http://schemas.microsoft.com/office/drawing/2014/main" id="{03E96748-2D69-40AC-ED2C-21662CD5C367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2015231" y="1302203"/>
            <a:ext cx="3026215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Đường nối Thẳng 60">
            <a:extLst>
              <a:ext uri="{FF2B5EF4-FFF2-40B4-BE49-F238E27FC236}">
                <a16:creationId xmlns:a16="http://schemas.microsoft.com/office/drawing/2014/main" id="{239664DE-B6F4-7EB6-99BC-905FD85066E9}"/>
              </a:ext>
            </a:extLst>
          </p:cNvPr>
          <p:cNvCxnSpPr>
            <a:cxnSpLocks/>
          </p:cNvCxnSpPr>
          <p:nvPr/>
        </p:nvCxnSpPr>
        <p:spPr>
          <a:xfrm flipH="1" flipV="1">
            <a:off x="2015231" y="1302203"/>
            <a:ext cx="12241" cy="36344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Đường kết nối: Cong 63">
            <a:extLst>
              <a:ext uri="{FF2B5EF4-FFF2-40B4-BE49-F238E27FC236}">
                <a16:creationId xmlns:a16="http://schemas.microsoft.com/office/drawing/2014/main" id="{66B86A1C-6AA3-2196-B277-D3F72724AD6A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2027472" y="4936671"/>
            <a:ext cx="3465050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Hộp Văn bản 68">
            <a:extLst>
              <a:ext uri="{FF2B5EF4-FFF2-40B4-BE49-F238E27FC236}">
                <a16:creationId xmlns:a16="http://schemas.microsoft.com/office/drawing/2014/main" id="{6692A690-3532-D8F8-19C3-C76EFB02CCCE}"/>
              </a:ext>
            </a:extLst>
          </p:cNvPr>
          <p:cNvSpPr txBox="1"/>
          <p:nvPr/>
        </p:nvSpPr>
        <p:spPr>
          <a:xfrm>
            <a:off x="8655728" y="914400"/>
            <a:ext cx="28300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vi-VN" dirty="0"/>
              <a:t>Tín hiệu chuyển chế độ </a:t>
            </a:r>
            <a:r>
              <a:rPr lang="vi-VN" dirty="0" err="1"/>
              <a:t>auto</a:t>
            </a:r>
            <a:endParaRPr lang="vi-VN" dirty="0"/>
          </a:p>
          <a:p>
            <a:pPr marL="342900" indent="-342900">
              <a:buAutoNum type="arabicPeriod"/>
            </a:pPr>
            <a:r>
              <a:rPr lang="vi-VN" dirty="0"/>
              <a:t>Tín hiệu chuyển chế độ </a:t>
            </a:r>
            <a:r>
              <a:rPr lang="vi-VN" dirty="0" err="1"/>
              <a:t>manual</a:t>
            </a:r>
            <a:endParaRPr lang="vi-VN" dirty="0"/>
          </a:p>
          <a:p>
            <a:pPr marL="342900" indent="-342900">
              <a:buAutoNum type="arabicPeriod"/>
            </a:pPr>
            <a:r>
              <a:rPr lang="vi-VN" dirty="0"/>
              <a:t>Tín hiệu báo dừng hoạt động</a:t>
            </a:r>
          </a:p>
          <a:p>
            <a:pPr marL="342900" indent="-342900">
              <a:buAutoNum type="arabicPeriod"/>
            </a:pPr>
            <a:endParaRPr lang="vi-VN" dirty="0"/>
          </a:p>
          <a:p>
            <a:pPr marL="342900" indent="-342900">
              <a:buAutoNum type="arabicPeriod"/>
            </a:pPr>
            <a:endParaRPr lang="vi-VN" dirty="0"/>
          </a:p>
        </p:txBody>
      </p:sp>
      <p:sp>
        <p:nvSpPr>
          <p:cNvPr id="70" name="Hộp Văn bản 69">
            <a:extLst>
              <a:ext uri="{FF2B5EF4-FFF2-40B4-BE49-F238E27FC236}">
                <a16:creationId xmlns:a16="http://schemas.microsoft.com/office/drawing/2014/main" id="{9EA3E014-B6C9-9F10-945C-73BDE7E9F185}"/>
              </a:ext>
            </a:extLst>
          </p:cNvPr>
          <p:cNvSpPr txBox="1"/>
          <p:nvPr/>
        </p:nvSpPr>
        <p:spPr>
          <a:xfrm>
            <a:off x="3055066" y="101205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3</a:t>
            </a:r>
          </a:p>
        </p:txBody>
      </p:sp>
      <p:sp>
        <p:nvSpPr>
          <p:cNvPr id="71" name="Hộp Văn bản 70">
            <a:extLst>
              <a:ext uri="{FF2B5EF4-FFF2-40B4-BE49-F238E27FC236}">
                <a16:creationId xmlns:a16="http://schemas.microsoft.com/office/drawing/2014/main" id="{8235BA28-4247-FAD6-E4E5-2D17FA60A616}"/>
              </a:ext>
            </a:extLst>
          </p:cNvPr>
          <p:cNvSpPr txBox="1"/>
          <p:nvPr/>
        </p:nvSpPr>
        <p:spPr>
          <a:xfrm>
            <a:off x="4400720" y="20685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1</a:t>
            </a:r>
          </a:p>
        </p:txBody>
      </p:sp>
      <p:sp>
        <p:nvSpPr>
          <p:cNvPr id="72" name="Hộp Văn bản 71">
            <a:extLst>
              <a:ext uri="{FF2B5EF4-FFF2-40B4-BE49-F238E27FC236}">
                <a16:creationId xmlns:a16="http://schemas.microsoft.com/office/drawing/2014/main" id="{FEC09501-AA27-ADC3-6D93-96D197BEE560}"/>
              </a:ext>
            </a:extLst>
          </p:cNvPr>
          <p:cNvSpPr txBox="1"/>
          <p:nvPr/>
        </p:nvSpPr>
        <p:spPr>
          <a:xfrm>
            <a:off x="7281382" y="189504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2</a:t>
            </a:r>
          </a:p>
        </p:txBody>
      </p:sp>
      <p:cxnSp>
        <p:nvCxnSpPr>
          <p:cNvPr id="73" name="Đường kết nối Mũi tên Thẳng 72">
            <a:extLst>
              <a:ext uri="{FF2B5EF4-FFF2-40B4-BE49-F238E27FC236}">
                <a16:creationId xmlns:a16="http://schemas.microsoft.com/office/drawing/2014/main" id="{DF0119F9-33B0-A5A8-2469-273028ACE80F}"/>
              </a:ext>
            </a:extLst>
          </p:cNvPr>
          <p:cNvCxnSpPr>
            <a:cxnSpLocks/>
          </p:cNvCxnSpPr>
          <p:nvPr/>
        </p:nvCxnSpPr>
        <p:spPr>
          <a:xfrm>
            <a:off x="5261882" y="3728621"/>
            <a:ext cx="2209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Hộp Văn bản 77">
            <a:extLst>
              <a:ext uri="{FF2B5EF4-FFF2-40B4-BE49-F238E27FC236}">
                <a16:creationId xmlns:a16="http://schemas.microsoft.com/office/drawing/2014/main" id="{1DCB84AE-EA35-CD1B-F638-48F31D40C870}"/>
              </a:ext>
            </a:extLst>
          </p:cNvPr>
          <p:cNvSpPr txBox="1"/>
          <p:nvPr/>
        </p:nvSpPr>
        <p:spPr>
          <a:xfrm>
            <a:off x="5966449" y="294471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1</a:t>
            </a:r>
          </a:p>
        </p:txBody>
      </p:sp>
      <p:sp>
        <p:nvSpPr>
          <p:cNvPr id="79" name="Hộp Văn bản 78">
            <a:extLst>
              <a:ext uri="{FF2B5EF4-FFF2-40B4-BE49-F238E27FC236}">
                <a16:creationId xmlns:a16="http://schemas.microsoft.com/office/drawing/2014/main" id="{C6D54B49-A484-9CB9-F297-B1D59CF18E6E}"/>
              </a:ext>
            </a:extLst>
          </p:cNvPr>
          <p:cNvSpPr txBox="1"/>
          <p:nvPr/>
        </p:nvSpPr>
        <p:spPr>
          <a:xfrm>
            <a:off x="6012743" y="34027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2</a:t>
            </a:r>
          </a:p>
        </p:txBody>
      </p:sp>
      <p:sp>
        <p:nvSpPr>
          <p:cNvPr id="80" name="Hộp Văn bản 79">
            <a:extLst>
              <a:ext uri="{FF2B5EF4-FFF2-40B4-BE49-F238E27FC236}">
                <a16:creationId xmlns:a16="http://schemas.microsoft.com/office/drawing/2014/main" id="{86BF1ED3-7B5F-A3BE-7667-D93541DBF9FC}"/>
              </a:ext>
            </a:extLst>
          </p:cNvPr>
          <p:cNvSpPr txBox="1"/>
          <p:nvPr/>
        </p:nvSpPr>
        <p:spPr>
          <a:xfrm>
            <a:off x="4557173" y="42354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3</a:t>
            </a:r>
          </a:p>
        </p:txBody>
      </p:sp>
      <p:sp>
        <p:nvSpPr>
          <p:cNvPr id="81" name="Hộp Văn bản 80">
            <a:extLst>
              <a:ext uri="{FF2B5EF4-FFF2-40B4-BE49-F238E27FC236}">
                <a16:creationId xmlns:a16="http://schemas.microsoft.com/office/drawing/2014/main" id="{7BD54F71-685B-628F-B767-DCDCC54817CF}"/>
              </a:ext>
            </a:extLst>
          </p:cNvPr>
          <p:cNvSpPr txBox="1"/>
          <p:nvPr/>
        </p:nvSpPr>
        <p:spPr>
          <a:xfrm>
            <a:off x="7762819" y="440895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3</a:t>
            </a:r>
          </a:p>
        </p:txBody>
      </p:sp>
      <p:sp>
        <p:nvSpPr>
          <p:cNvPr id="82" name="Hộp Văn bản 81">
            <a:extLst>
              <a:ext uri="{FF2B5EF4-FFF2-40B4-BE49-F238E27FC236}">
                <a16:creationId xmlns:a16="http://schemas.microsoft.com/office/drawing/2014/main" id="{89E05CBF-1707-728E-195B-2FE2114F412E}"/>
              </a:ext>
            </a:extLst>
          </p:cNvPr>
          <p:cNvSpPr txBox="1"/>
          <p:nvPr/>
        </p:nvSpPr>
        <p:spPr>
          <a:xfrm>
            <a:off x="169282" y="42557"/>
            <a:ext cx="3716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Trạng thái </a:t>
            </a:r>
            <a:r>
              <a:rPr lang="vi-VN" b="1" dirty="0" err="1"/>
              <a:t>oạt</a:t>
            </a:r>
            <a:r>
              <a:rPr lang="vi-VN" b="1" dirty="0"/>
              <a:t> động khi nhận tín hiệu điều khiển </a:t>
            </a:r>
          </a:p>
        </p:txBody>
      </p:sp>
    </p:spTree>
    <p:extLst>
      <p:ext uri="{BB962C8B-B14F-4D97-AF65-F5344CB8AC3E}">
        <p14:creationId xmlns:p14="http://schemas.microsoft.com/office/powerpoint/2010/main" val="572300575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43</Words>
  <Application>Microsoft Office PowerPoint</Application>
  <PresentationFormat>Màn hình rộng</PresentationFormat>
  <Paragraphs>16</Paragraphs>
  <Slides>1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Chủ đề Office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 T</dc:creator>
  <cp:lastModifiedBy>H T</cp:lastModifiedBy>
  <cp:revision>1</cp:revision>
  <dcterms:created xsi:type="dcterms:W3CDTF">2024-10-02T09:02:13Z</dcterms:created>
  <dcterms:modified xsi:type="dcterms:W3CDTF">2024-10-02T09:26:07Z</dcterms:modified>
</cp:coreProperties>
</file>