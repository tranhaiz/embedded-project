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2" r:id="rId4"/>
    <p:sldId id="261" r:id="rId5"/>
    <p:sldId id="257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CFCD88-1CC3-49B4-BE28-0C97AAB1DAC1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BCF3B-9E88-416C-86B1-925E2F91524C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855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634AF-84D9-4D6A-87BF-4ED7F158EC9D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2887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634AF-84D9-4D6A-87BF-4ED7F158EC9D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4951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634AF-84D9-4D6A-87BF-4ED7F158EC9D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700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9C26103-B0DB-6B7A-7B23-D8DD3CE64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C26E4E5-8E83-6562-F5D0-2BD540583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10A2B48-CAD5-5CF5-913F-78E124D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16429F3-2C4C-05C9-0CE4-0996A033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37C6051-E89F-BE38-006D-526F350E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497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54457C0-A953-A070-A76C-BCD6C1CA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B51815D-414A-95D0-3E0A-82BFE9AFB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AB121C4-6066-E468-2874-DF958F34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EEFA8A-6FBD-39B5-C36D-730045EDC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C6B7B22-E5C1-B0E6-FFAE-23B59657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3169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2202A7B-B8B6-7F64-D684-92895A86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EEBE665-064A-2213-37BC-49F954119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8594AB1-385B-C568-3AE5-F3729AF0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DB2F12E-7389-ED1D-54A2-4AC8E176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E35543D-6A45-4DE4-583F-07692122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864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29FC07D-0C25-52DF-83B5-4181511F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121A83-CA27-1331-3454-7EFF10908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4CA7B8F-572C-F2A0-4DD4-3216B5281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A7801C79-EEB5-5F4E-B041-3A26265D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8AFDE16-FE8E-1689-4A33-968603F9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370D511-C0BD-6950-7186-2BD2C70A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935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9001F49-3320-E095-8896-6296C529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5A450CE2-49F6-E514-32A2-932F15A62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16B3210-DA17-F30C-35B9-0444BF7C8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B7F2F51C-48F4-E875-4626-BA3429E89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97E54CA1-41B5-3299-F392-5FD4536CF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3F89F8F6-913A-BDED-1432-74B05441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31792CC3-1C29-7A89-C417-10B439DE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5DA2D5CC-0AA2-ED74-33BA-1DE28185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372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C43A7F7-BCDD-FA9F-CACA-9BA21F05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C52B9D06-A4FE-74A6-E2E2-7D9C53F9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B2748FED-ED0B-8A29-5B7E-BAA70AED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2598AD8-069D-4FED-7C9E-4A89C4B2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950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9BA14C8A-D90C-8BD9-C896-C04F8CF6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95A3FF3C-5F13-8F30-07E2-1EC62CB5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CEA2D95-5CFD-D004-4F28-340F97FCA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837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AC810C2-6B30-EBE0-75A5-10C5D929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65B6657-9482-9D29-1BBC-A54DF914D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4A4E610E-AAA0-EF4D-3168-6572D34C8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CF9F5E9-2EA8-8C6F-1720-9BD06A3B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79116A9-7805-02DD-8C9E-F950D0FE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83FBA3C-878A-9CCB-57D0-063FF5D0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22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8AA501-0B13-A595-827F-491EE155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36149291-4F23-E674-9A4A-DEF8D58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E3A2646-C159-5A79-5F71-9F7B1F4BB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B6129D2-1A32-FA63-BF30-FC2ABD01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652076F-A573-5EC7-2658-935DFB7DE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74A334E-8ACD-AF7D-54E0-B59D4CB1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767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DC1D9EB-A11D-2229-217C-ED3B05A4E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73E479D-AEE2-3278-FA59-3B99CB2DC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985CF87-8368-3D9B-F99B-00180781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93D9926-DD6F-19A8-90FA-B92FCDFC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A1E06E9-EBCC-2D7F-E082-3A333245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486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F73AA0FD-FC8F-630E-63AE-8E80AC8A9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EF5E8D7-E753-F221-CE4A-BE5595908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9700FE2-F193-17BB-7224-B1572C03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3406D0B-993D-706F-740C-0EB9BC296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BE42BBB-F86E-39CC-02B4-C7D5854D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546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834976AB-BF63-E2E5-834B-566FA9ED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292853E-5FE5-CCA3-16EC-D207D5AEA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277E0F3-8BFB-2F34-5E4C-ABEDF8DF2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DD4FE-F0D4-4CAE-ABA0-0CB201A4EA34}" type="datetimeFigureOut">
              <a:rPr lang="vi-VN" smtClean="0"/>
              <a:t>05/12/2024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3322D5D-833B-9FAF-8D81-FB43E9D65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7F108E2-EE6B-E8DE-4E96-57CD3A88E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04D46-0365-4204-87C6-BC56F19600C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925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D62F54D-EDE0-E10F-A7AE-EDE5DF751C8F}"/>
              </a:ext>
            </a:extLst>
          </p:cNvPr>
          <p:cNvSpPr/>
          <p:nvPr/>
        </p:nvSpPr>
        <p:spPr>
          <a:xfrm>
            <a:off x="3834269" y="2281539"/>
            <a:ext cx="2055043" cy="19230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  <a:latin typeface="+mj-lt"/>
              </a:rPr>
              <a:t>Trung tâm xử lý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DDD7737-6659-9E34-CA72-A677C0ED6A8E}"/>
              </a:ext>
            </a:extLst>
          </p:cNvPr>
          <p:cNvSpPr/>
          <p:nvPr/>
        </p:nvSpPr>
        <p:spPr>
          <a:xfrm>
            <a:off x="1545546" y="2176384"/>
            <a:ext cx="1540555" cy="6929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2"/>
                </a:solidFill>
                <a:latin typeface="+mj-lt"/>
              </a:rPr>
              <a:t>Sensor</a:t>
            </a:r>
            <a:endParaRPr lang="vi-VN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CB2F5580-6F8D-D669-1EC9-E3AE762189F3}"/>
              </a:ext>
            </a:extLst>
          </p:cNvPr>
          <p:cNvSpPr/>
          <p:nvPr/>
        </p:nvSpPr>
        <p:spPr>
          <a:xfrm>
            <a:off x="1322614" y="3368368"/>
            <a:ext cx="1738995" cy="6929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  <a:latin typeface="+mj-lt"/>
              </a:rPr>
              <a:t>Khối điều khiển</a:t>
            </a:r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84E75AED-4C1A-3F39-ADED-F798E61EA806}"/>
              </a:ext>
            </a:extLst>
          </p:cNvPr>
          <p:cNvSpPr/>
          <p:nvPr/>
        </p:nvSpPr>
        <p:spPr>
          <a:xfrm>
            <a:off x="6661972" y="2691983"/>
            <a:ext cx="2163535" cy="110217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</a:rPr>
              <a:t>Server</a:t>
            </a:r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25E82DE5-8DB6-DED2-E636-681FBA41F386}"/>
              </a:ext>
            </a:extLst>
          </p:cNvPr>
          <p:cNvCxnSpPr>
            <a:cxnSpLocks/>
          </p:cNvCxnSpPr>
          <p:nvPr/>
        </p:nvCxnSpPr>
        <p:spPr>
          <a:xfrm>
            <a:off x="3086101" y="2558365"/>
            <a:ext cx="77266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Đường kết nối Mũi tên Thẳng 15">
            <a:extLst>
              <a:ext uri="{FF2B5EF4-FFF2-40B4-BE49-F238E27FC236}">
                <a16:creationId xmlns:a16="http://schemas.microsoft.com/office/drawing/2014/main" id="{02DFAE58-F422-10E1-4871-92F6DA65C452}"/>
              </a:ext>
            </a:extLst>
          </p:cNvPr>
          <p:cNvCxnSpPr>
            <a:stCxn id="4" idx="3"/>
            <a:endCxn id="7" idx="2"/>
          </p:cNvCxnSpPr>
          <p:nvPr/>
        </p:nvCxnSpPr>
        <p:spPr>
          <a:xfrm>
            <a:off x="5889312" y="3243073"/>
            <a:ext cx="77266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CC12B07C-1A40-810C-2BC5-87A75D5978C3}"/>
              </a:ext>
            </a:extLst>
          </p:cNvPr>
          <p:cNvSpPr/>
          <p:nvPr/>
        </p:nvSpPr>
        <p:spPr>
          <a:xfrm>
            <a:off x="3989459" y="5046511"/>
            <a:ext cx="1744661" cy="1403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  <a:latin typeface="+mj-lt"/>
              </a:rPr>
              <a:t>Khối phun sương</a:t>
            </a:r>
          </a:p>
        </p:txBody>
      </p: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0119BAC9-DD56-13F1-1617-D6E681D49A0C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flipH="1">
            <a:off x="4861790" y="4204607"/>
            <a:ext cx="1" cy="8419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A41E3FA1-D75B-4842-990D-BC7188288D33}"/>
              </a:ext>
            </a:extLst>
          </p:cNvPr>
          <p:cNvSpPr/>
          <p:nvPr/>
        </p:nvSpPr>
        <p:spPr>
          <a:xfrm>
            <a:off x="6871408" y="584349"/>
            <a:ext cx="1744661" cy="1403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>
                <a:solidFill>
                  <a:schemeClr val="tx2"/>
                </a:solidFill>
                <a:latin typeface="+mj-lt"/>
              </a:rPr>
              <a:t>Thiết bị người dùng</a:t>
            </a:r>
            <a:endParaRPr lang="vi-VN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32" name="Đường kết nối Mũi tên Thẳng 31">
            <a:extLst>
              <a:ext uri="{FF2B5EF4-FFF2-40B4-BE49-F238E27FC236}">
                <a16:creationId xmlns:a16="http://schemas.microsoft.com/office/drawing/2014/main" id="{9276D866-2C1D-6B90-AEE1-6EE84AC29DBD}"/>
              </a:ext>
            </a:extLst>
          </p:cNvPr>
          <p:cNvCxnSpPr>
            <a:cxnSpLocks/>
            <a:stCxn id="30" idx="2"/>
            <a:endCxn id="7" idx="0"/>
          </p:cNvCxnSpPr>
          <p:nvPr/>
        </p:nvCxnSpPr>
        <p:spPr>
          <a:xfrm>
            <a:off x="7743739" y="1987624"/>
            <a:ext cx="1" cy="70435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01387F44-C0FB-E32E-0CC4-594AEACE78FA}"/>
              </a:ext>
            </a:extLst>
          </p:cNvPr>
          <p:cNvSpPr txBox="1"/>
          <p:nvPr/>
        </p:nvSpPr>
        <p:spPr>
          <a:xfrm>
            <a:off x="1322614" y="685821"/>
            <a:ext cx="3927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vi-VN" sz="2400" b="1" dirty="0"/>
            </a:br>
            <a:endParaRPr lang="vi-VN" sz="2400" b="1" dirty="0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66D74048-6906-638F-AB86-918BA000F5A5}"/>
              </a:ext>
            </a:extLst>
          </p:cNvPr>
          <p:cNvSpPr/>
          <p:nvPr/>
        </p:nvSpPr>
        <p:spPr>
          <a:xfrm>
            <a:off x="3834268" y="878264"/>
            <a:ext cx="2055044" cy="9769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>
                <a:solidFill>
                  <a:schemeClr val="tx2"/>
                </a:solidFill>
                <a:latin typeface="+mj-lt"/>
              </a:rPr>
              <a:t>Khối hiển thị</a:t>
            </a:r>
            <a:endParaRPr lang="vi-VN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8" name="Đường kết nối Mũi tên Thẳng 7">
            <a:extLst>
              <a:ext uri="{FF2B5EF4-FFF2-40B4-BE49-F238E27FC236}">
                <a16:creationId xmlns:a16="http://schemas.microsoft.com/office/drawing/2014/main" id="{F8F19773-D842-C708-33BF-4ACA59690472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H="1" flipV="1">
            <a:off x="4861790" y="1855200"/>
            <a:ext cx="1" cy="4263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92E5D6F8-BAD6-076F-3434-C69233C5684F}"/>
              </a:ext>
            </a:extLst>
          </p:cNvPr>
          <p:cNvCxnSpPr>
            <a:cxnSpLocks/>
          </p:cNvCxnSpPr>
          <p:nvPr/>
        </p:nvCxnSpPr>
        <p:spPr>
          <a:xfrm>
            <a:off x="3061608" y="3682315"/>
            <a:ext cx="77266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062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ưu đồ: Đường kết nối 3">
            <a:extLst>
              <a:ext uri="{FF2B5EF4-FFF2-40B4-BE49-F238E27FC236}">
                <a16:creationId xmlns:a16="http://schemas.microsoft.com/office/drawing/2014/main" id="{838CAB32-A6B8-F559-2F46-4F47D46CBB5E}"/>
              </a:ext>
            </a:extLst>
          </p:cNvPr>
          <p:cNvSpPr/>
          <p:nvPr/>
        </p:nvSpPr>
        <p:spPr>
          <a:xfrm>
            <a:off x="4303715" y="342898"/>
            <a:ext cx="269421" cy="269423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E37A075-FA1D-E5B6-79D3-70ABFCA65588}"/>
              </a:ext>
            </a:extLst>
          </p:cNvPr>
          <p:cNvSpPr/>
          <p:nvPr/>
        </p:nvSpPr>
        <p:spPr>
          <a:xfrm>
            <a:off x="3536273" y="979714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Lựa chọn người dùng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D5AE37E6-B27F-0C1B-94CF-10BDEA8270F1}"/>
              </a:ext>
            </a:extLst>
          </p:cNvPr>
          <p:cNvSpPr/>
          <p:nvPr/>
        </p:nvSpPr>
        <p:spPr>
          <a:xfrm>
            <a:off x="1952402" y="3106509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1"/>
                </a:solidFill>
              </a:rPr>
              <a:t>Auto</a:t>
            </a:r>
            <a:endParaRPr lang="vi-VN" dirty="0">
              <a:solidFill>
                <a:schemeClr val="tx1"/>
              </a:solidFill>
            </a:endParaRP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4C8A34AF-2D7E-C605-8989-3585365726B4}"/>
              </a:ext>
            </a:extLst>
          </p:cNvPr>
          <p:cNvSpPr/>
          <p:nvPr/>
        </p:nvSpPr>
        <p:spPr>
          <a:xfrm>
            <a:off x="5966508" y="3106510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1"/>
                </a:solidFill>
              </a:rPr>
              <a:t>Manual</a:t>
            </a:r>
            <a:endParaRPr lang="vi-VN" dirty="0">
              <a:solidFill>
                <a:schemeClr val="tx1"/>
              </a:solidFill>
            </a:endParaRP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9A48B423-F6F0-E383-4C1E-10042E2EA20B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854556" y="1983921"/>
            <a:ext cx="681717" cy="112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97FE0FBB-244B-D134-B028-5E21C8CC97FB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340580" y="1983921"/>
            <a:ext cx="1528082" cy="1122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B19BD502-BD1D-EFCC-FDD8-B67BC946B848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4438426" y="612321"/>
            <a:ext cx="1" cy="367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F5051A4A-AD21-92D2-9AB3-DA9F286F8E53}"/>
              </a:ext>
            </a:extLst>
          </p:cNvPr>
          <p:cNvSpPr/>
          <p:nvPr/>
        </p:nvSpPr>
        <p:spPr>
          <a:xfrm>
            <a:off x="3940382" y="5510895"/>
            <a:ext cx="1804307" cy="10042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1"/>
                </a:solidFill>
              </a:rPr>
              <a:t>Sleep</a:t>
            </a:r>
            <a:endParaRPr lang="vi-VN" dirty="0">
              <a:solidFill>
                <a:schemeClr val="tx1"/>
              </a:solidFill>
            </a:endParaRPr>
          </a:p>
        </p:txBody>
      </p:sp>
      <p:cxnSp>
        <p:nvCxnSpPr>
          <p:cNvPr id="45" name="Đường kết nối: Cong 44">
            <a:extLst>
              <a:ext uri="{FF2B5EF4-FFF2-40B4-BE49-F238E27FC236}">
                <a16:creationId xmlns:a16="http://schemas.microsoft.com/office/drawing/2014/main" id="{317B269E-E1EA-AF4B-D705-4F5795CF855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56709" y="3437765"/>
            <a:ext cx="2209798" cy="104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Hộp Văn bản 68">
            <a:extLst>
              <a:ext uri="{FF2B5EF4-FFF2-40B4-BE49-F238E27FC236}">
                <a16:creationId xmlns:a16="http://schemas.microsoft.com/office/drawing/2014/main" id="{6692A690-3532-D8F8-19C3-C76EFB02CCCE}"/>
              </a:ext>
            </a:extLst>
          </p:cNvPr>
          <p:cNvSpPr txBox="1"/>
          <p:nvPr/>
        </p:nvSpPr>
        <p:spPr>
          <a:xfrm>
            <a:off x="8753362" y="1419220"/>
            <a:ext cx="28300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 dirty="0"/>
              <a:t>Tín hiệu chuyển chế độ </a:t>
            </a:r>
            <a:r>
              <a:rPr lang="vi-VN" dirty="0" err="1"/>
              <a:t>auto</a:t>
            </a:r>
            <a:endParaRPr lang="vi-VN" dirty="0"/>
          </a:p>
          <a:p>
            <a:pPr marL="342900" indent="-342900">
              <a:buAutoNum type="arabicPeriod"/>
            </a:pPr>
            <a:r>
              <a:rPr lang="vi-VN" dirty="0"/>
              <a:t>Tín hiệu chuyển chế độ </a:t>
            </a:r>
            <a:r>
              <a:rPr lang="vi-VN" dirty="0" err="1"/>
              <a:t>manual</a:t>
            </a:r>
            <a:endParaRPr lang="vi-VN" dirty="0"/>
          </a:p>
          <a:p>
            <a:pPr marL="342900" indent="-342900">
              <a:buAutoNum type="arabicPeriod"/>
            </a:pPr>
            <a:r>
              <a:rPr lang="vi-VN" dirty="0"/>
              <a:t>Tín hiệu tạm dừng chờ tín hiệu hoạt động </a:t>
            </a:r>
          </a:p>
          <a:p>
            <a:pPr marL="342900" indent="-342900">
              <a:buAutoNum type="arabicPeriod"/>
            </a:pPr>
            <a:endParaRPr lang="vi-VN" dirty="0"/>
          </a:p>
          <a:p>
            <a:pPr marL="342900" indent="-342900">
              <a:buAutoNum type="arabicPeriod"/>
            </a:pPr>
            <a:endParaRPr lang="vi-VN" dirty="0"/>
          </a:p>
        </p:txBody>
      </p:sp>
      <p:sp>
        <p:nvSpPr>
          <p:cNvPr id="71" name="Hộp Văn bản 70">
            <a:extLst>
              <a:ext uri="{FF2B5EF4-FFF2-40B4-BE49-F238E27FC236}">
                <a16:creationId xmlns:a16="http://schemas.microsoft.com/office/drawing/2014/main" id="{8235BA28-4247-FAD6-E4E5-2D17FA60A616}"/>
              </a:ext>
            </a:extLst>
          </p:cNvPr>
          <p:cNvSpPr txBox="1"/>
          <p:nvPr/>
        </p:nvSpPr>
        <p:spPr>
          <a:xfrm>
            <a:off x="2895547" y="22481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</a:t>
            </a:r>
          </a:p>
        </p:txBody>
      </p:sp>
      <p:sp>
        <p:nvSpPr>
          <p:cNvPr id="72" name="Hộp Văn bản 71">
            <a:extLst>
              <a:ext uri="{FF2B5EF4-FFF2-40B4-BE49-F238E27FC236}">
                <a16:creationId xmlns:a16="http://schemas.microsoft.com/office/drawing/2014/main" id="{FEC09501-AA27-ADC3-6D93-96D197BEE560}"/>
              </a:ext>
            </a:extLst>
          </p:cNvPr>
          <p:cNvSpPr txBox="1"/>
          <p:nvPr/>
        </p:nvSpPr>
        <p:spPr>
          <a:xfrm>
            <a:off x="5776209" y="20746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2</a:t>
            </a:r>
          </a:p>
        </p:txBody>
      </p:sp>
      <p:cxnSp>
        <p:nvCxnSpPr>
          <p:cNvPr id="73" name="Đường kết nối Mũi tên Thẳng 72">
            <a:extLst>
              <a:ext uri="{FF2B5EF4-FFF2-40B4-BE49-F238E27FC236}">
                <a16:creationId xmlns:a16="http://schemas.microsoft.com/office/drawing/2014/main" id="{DF0119F9-33B0-A5A8-2469-273028ACE80F}"/>
              </a:ext>
            </a:extLst>
          </p:cNvPr>
          <p:cNvCxnSpPr>
            <a:cxnSpLocks/>
          </p:cNvCxnSpPr>
          <p:nvPr/>
        </p:nvCxnSpPr>
        <p:spPr>
          <a:xfrm>
            <a:off x="3756709" y="3908235"/>
            <a:ext cx="22097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Hộp Văn bản 77">
            <a:extLst>
              <a:ext uri="{FF2B5EF4-FFF2-40B4-BE49-F238E27FC236}">
                <a16:creationId xmlns:a16="http://schemas.microsoft.com/office/drawing/2014/main" id="{1DCB84AE-EA35-CD1B-F638-48F31D40C870}"/>
              </a:ext>
            </a:extLst>
          </p:cNvPr>
          <p:cNvSpPr txBox="1"/>
          <p:nvPr/>
        </p:nvSpPr>
        <p:spPr>
          <a:xfrm>
            <a:off x="4461276" y="312432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</a:t>
            </a:r>
          </a:p>
        </p:txBody>
      </p:sp>
      <p:sp>
        <p:nvSpPr>
          <p:cNvPr id="79" name="Hộp Văn bản 78">
            <a:extLst>
              <a:ext uri="{FF2B5EF4-FFF2-40B4-BE49-F238E27FC236}">
                <a16:creationId xmlns:a16="http://schemas.microsoft.com/office/drawing/2014/main" id="{C6D54B49-A484-9CB9-F297-B1D59CF18E6E}"/>
              </a:ext>
            </a:extLst>
          </p:cNvPr>
          <p:cNvSpPr txBox="1"/>
          <p:nvPr/>
        </p:nvSpPr>
        <p:spPr>
          <a:xfrm>
            <a:off x="4507570" y="35823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2</a:t>
            </a:r>
          </a:p>
        </p:txBody>
      </p:sp>
      <p:sp>
        <p:nvSpPr>
          <p:cNvPr id="80" name="Hộp Văn bản 79">
            <a:extLst>
              <a:ext uri="{FF2B5EF4-FFF2-40B4-BE49-F238E27FC236}">
                <a16:creationId xmlns:a16="http://schemas.microsoft.com/office/drawing/2014/main" id="{86BF1ED3-7B5F-A3BE-7667-D93541DBF9FC}"/>
              </a:ext>
            </a:extLst>
          </p:cNvPr>
          <p:cNvSpPr txBox="1"/>
          <p:nvPr/>
        </p:nvSpPr>
        <p:spPr>
          <a:xfrm>
            <a:off x="3140540" y="462235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3</a:t>
            </a:r>
          </a:p>
        </p:txBody>
      </p:sp>
      <p:sp>
        <p:nvSpPr>
          <p:cNvPr id="81" name="Hộp Văn bản 80">
            <a:extLst>
              <a:ext uri="{FF2B5EF4-FFF2-40B4-BE49-F238E27FC236}">
                <a16:creationId xmlns:a16="http://schemas.microsoft.com/office/drawing/2014/main" id="{7BD54F71-685B-628F-B767-DCDCC54817CF}"/>
              </a:ext>
            </a:extLst>
          </p:cNvPr>
          <p:cNvSpPr txBox="1"/>
          <p:nvPr/>
        </p:nvSpPr>
        <p:spPr>
          <a:xfrm>
            <a:off x="6215553" y="48989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3</a:t>
            </a: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6B762602-1717-BA2A-FCC5-3E1B248077B8}"/>
              </a:ext>
            </a:extLst>
          </p:cNvPr>
          <p:cNvSpPr txBox="1"/>
          <p:nvPr/>
        </p:nvSpPr>
        <p:spPr>
          <a:xfrm>
            <a:off x="3917794" y="450474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1</a:t>
            </a: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ED57B4E0-EA58-CF69-A30B-15DE57300456}"/>
              </a:ext>
            </a:extLst>
          </p:cNvPr>
          <p:cNvSpPr txBox="1"/>
          <p:nvPr/>
        </p:nvSpPr>
        <p:spPr>
          <a:xfrm>
            <a:off x="5653601" y="45819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2</a:t>
            </a: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40DD3813-4F5F-A2E0-79C9-0653479BEB02}"/>
              </a:ext>
            </a:extLst>
          </p:cNvPr>
          <p:cNvSpPr txBox="1"/>
          <p:nvPr/>
        </p:nvSpPr>
        <p:spPr>
          <a:xfrm>
            <a:off x="8672969" y="4284618"/>
            <a:ext cx="3626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vi-VN" dirty="0" err="1"/>
              <a:t>Auto</a:t>
            </a:r>
            <a:r>
              <a:rPr lang="vi-VN" dirty="0"/>
              <a:t>: chế độ tự động</a:t>
            </a:r>
          </a:p>
          <a:p>
            <a:pPr marL="342900" indent="-342900">
              <a:buAutoNum type="arabicPeriod"/>
            </a:pPr>
            <a:r>
              <a:rPr lang="vi-VN" dirty="0" err="1"/>
              <a:t>Manual</a:t>
            </a:r>
            <a:r>
              <a:rPr lang="vi-VN" dirty="0"/>
              <a:t>: chế </a:t>
            </a:r>
            <a:r>
              <a:rPr lang="vi-VN" dirty="0" err="1"/>
              <a:t>độthủ</a:t>
            </a:r>
            <a:r>
              <a:rPr lang="vi-VN" dirty="0"/>
              <a:t> công</a:t>
            </a:r>
          </a:p>
          <a:p>
            <a:pPr marL="342900" indent="-342900">
              <a:buAutoNum type="arabicPeriod"/>
            </a:pPr>
            <a:r>
              <a:rPr lang="vi-VN" dirty="0" err="1"/>
              <a:t>Sleep</a:t>
            </a:r>
            <a:r>
              <a:rPr lang="vi-VN" dirty="0"/>
              <a:t>: chế độ ngủ, tiết kiệm năng lượng</a:t>
            </a:r>
          </a:p>
          <a:p>
            <a:pPr marL="342900" indent="-342900">
              <a:buAutoNum type="arabicPeriod"/>
            </a:pPr>
            <a:endParaRPr lang="vi-VN" dirty="0"/>
          </a:p>
        </p:txBody>
      </p: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E0F07486-7F38-97D9-4E21-184045280004}"/>
              </a:ext>
            </a:extLst>
          </p:cNvPr>
          <p:cNvCxnSpPr>
            <a:cxnSpLocks/>
          </p:cNvCxnSpPr>
          <p:nvPr/>
        </p:nvCxnSpPr>
        <p:spPr>
          <a:xfrm flipH="1" flipV="1">
            <a:off x="3397469" y="4110714"/>
            <a:ext cx="1163714" cy="1400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5E21190E-714D-F474-082F-6371ABD4D5F7}"/>
              </a:ext>
            </a:extLst>
          </p:cNvPr>
          <p:cNvCxnSpPr>
            <a:cxnSpLocks/>
          </p:cNvCxnSpPr>
          <p:nvPr/>
        </p:nvCxnSpPr>
        <p:spPr>
          <a:xfrm>
            <a:off x="2656564" y="4120598"/>
            <a:ext cx="1283818" cy="1757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Đường kết nối Mũi tên Thẳng 46">
            <a:extLst>
              <a:ext uri="{FF2B5EF4-FFF2-40B4-BE49-F238E27FC236}">
                <a16:creationId xmlns:a16="http://schemas.microsoft.com/office/drawing/2014/main" id="{87657010-B296-9950-FDEC-A12A0B734263}"/>
              </a:ext>
            </a:extLst>
          </p:cNvPr>
          <p:cNvCxnSpPr>
            <a:cxnSpLocks/>
          </p:cNvCxnSpPr>
          <p:nvPr/>
        </p:nvCxnSpPr>
        <p:spPr>
          <a:xfrm flipV="1">
            <a:off x="5514518" y="4110714"/>
            <a:ext cx="932795" cy="1356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Đường kết nối Mũi tên Thẳng 49">
            <a:extLst>
              <a:ext uri="{FF2B5EF4-FFF2-40B4-BE49-F238E27FC236}">
                <a16:creationId xmlns:a16="http://schemas.microsoft.com/office/drawing/2014/main" id="{0F807041-A08D-5449-187B-DE64FE745BBC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5744689" y="4154141"/>
            <a:ext cx="1521525" cy="1858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30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Hộp Văn bản 81">
            <a:extLst>
              <a:ext uri="{FF2B5EF4-FFF2-40B4-BE49-F238E27FC236}">
                <a16:creationId xmlns:a16="http://schemas.microsoft.com/office/drawing/2014/main" id="{89E05CBF-1707-728E-195B-2FE2114F412E}"/>
              </a:ext>
            </a:extLst>
          </p:cNvPr>
          <p:cNvSpPr txBox="1"/>
          <p:nvPr/>
        </p:nvSpPr>
        <p:spPr>
          <a:xfrm>
            <a:off x="169282" y="42557"/>
            <a:ext cx="371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i="1" dirty="0"/>
              <a:t>4. Hoạt động khi ở chế độ </a:t>
            </a:r>
            <a:r>
              <a:rPr lang="vi-VN" b="1" i="1" dirty="0" err="1"/>
              <a:t>auto</a:t>
            </a:r>
            <a:endParaRPr lang="vi-VN" b="1" i="1" dirty="0"/>
          </a:p>
        </p:txBody>
      </p:sp>
    </p:spTree>
    <p:extLst>
      <p:ext uri="{BB962C8B-B14F-4D97-AF65-F5344CB8AC3E}">
        <p14:creationId xmlns:p14="http://schemas.microsoft.com/office/powerpoint/2010/main" val="54745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Hộp Văn bản 81">
            <a:extLst>
              <a:ext uri="{FF2B5EF4-FFF2-40B4-BE49-F238E27FC236}">
                <a16:creationId xmlns:a16="http://schemas.microsoft.com/office/drawing/2014/main" id="{89E05CBF-1707-728E-195B-2FE2114F412E}"/>
              </a:ext>
            </a:extLst>
          </p:cNvPr>
          <p:cNvSpPr txBox="1"/>
          <p:nvPr/>
        </p:nvSpPr>
        <p:spPr>
          <a:xfrm>
            <a:off x="169282" y="42557"/>
            <a:ext cx="502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i="1" dirty="0"/>
              <a:t>3. Hoạt động khi ở chế độ </a:t>
            </a:r>
            <a:r>
              <a:rPr lang="vi-VN" b="1" i="1" dirty="0" err="1"/>
              <a:t>manual</a:t>
            </a:r>
            <a:endParaRPr lang="vi-VN" b="1" i="1" dirty="0"/>
          </a:p>
        </p:txBody>
      </p:sp>
    </p:spTree>
    <p:extLst>
      <p:ext uri="{BB962C8B-B14F-4D97-AF65-F5344CB8AC3E}">
        <p14:creationId xmlns:p14="http://schemas.microsoft.com/office/powerpoint/2010/main" val="136442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D62F54D-EDE0-E10F-A7AE-EDE5DF751C8F}"/>
              </a:ext>
            </a:extLst>
          </p:cNvPr>
          <p:cNvSpPr/>
          <p:nvPr/>
        </p:nvSpPr>
        <p:spPr>
          <a:xfrm>
            <a:off x="4364946" y="1308248"/>
            <a:ext cx="1995031" cy="1906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2"/>
                </a:solidFill>
                <a:latin typeface="+mj-lt"/>
              </a:rPr>
              <a:t>Esp</a:t>
            </a:r>
            <a:r>
              <a:rPr lang="vi-VN" dirty="0">
                <a:solidFill>
                  <a:schemeClr val="tx2"/>
                </a:solidFill>
                <a:latin typeface="+mj-lt"/>
              </a:rPr>
              <a:t> 32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DDD7737-6659-9E34-CA72-A677C0ED6A8E}"/>
              </a:ext>
            </a:extLst>
          </p:cNvPr>
          <p:cNvSpPr/>
          <p:nvPr/>
        </p:nvSpPr>
        <p:spPr>
          <a:xfrm>
            <a:off x="2160701" y="2242255"/>
            <a:ext cx="1540555" cy="6929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  <a:latin typeface="+mj-lt"/>
              </a:rPr>
              <a:t>Khối hiển thị</a:t>
            </a:r>
          </a:p>
        </p:txBody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CC12B07C-1A40-810C-2BC5-87A75D5978C3}"/>
              </a:ext>
            </a:extLst>
          </p:cNvPr>
          <p:cNvSpPr/>
          <p:nvPr/>
        </p:nvSpPr>
        <p:spPr>
          <a:xfrm>
            <a:off x="7179640" y="1765015"/>
            <a:ext cx="1744661" cy="1403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  <a:latin typeface="+mj-lt"/>
              </a:rPr>
              <a:t>Khối phun sương</a:t>
            </a:r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A41E3FA1-D75B-4842-990D-BC7188288D33}"/>
              </a:ext>
            </a:extLst>
          </p:cNvPr>
          <p:cNvSpPr/>
          <p:nvPr/>
        </p:nvSpPr>
        <p:spPr>
          <a:xfrm>
            <a:off x="4490131" y="4905756"/>
            <a:ext cx="1744661" cy="1403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  <a:latin typeface="+mj-lt"/>
              </a:rPr>
              <a:t>Khối nguồn</a:t>
            </a:r>
          </a:p>
        </p:txBody>
      </p:sp>
      <p:cxnSp>
        <p:nvCxnSpPr>
          <p:cNvPr id="13" name="Đường nối Thẳng 12">
            <a:extLst>
              <a:ext uri="{FF2B5EF4-FFF2-40B4-BE49-F238E27FC236}">
                <a16:creationId xmlns:a16="http://schemas.microsoft.com/office/drawing/2014/main" id="{8A53F1A4-107D-86C6-3CBB-86FA9450BD7E}"/>
              </a:ext>
            </a:extLst>
          </p:cNvPr>
          <p:cNvCxnSpPr>
            <a:cxnSpLocks/>
          </p:cNvCxnSpPr>
          <p:nvPr/>
        </p:nvCxnSpPr>
        <p:spPr>
          <a:xfrm>
            <a:off x="5362461" y="4315430"/>
            <a:ext cx="2752839" cy="9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A5056F88-0B98-5C67-5B4C-F20B0813496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69774" y="2588746"/>
            <a:ext cx="89092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2ABFDD3C-F68B-497B-976C-14082CAA86FE}"/>
              </a:ext>
            </a:extLst>
          </p:cNvPr>
          <p:cNvCxnSpPr>
            <a:cxnSpLocks/>
          </p:cNvCxnSpPr>
          <p:nvPr/>
        </p:nvCxnSpPr>
        <p:spPr>
          <a:xfrm flipH="1" flipV="1">
            <a:off x="8051971" y="3170899"/>
            <a:ext cx="63329" cy="11535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Đường nối Thẳng 28">
            <a:extLst>
              <a:ext uri="{FF2B5EF4-FFF2-40B4-BE49-F238E27FC236}">
                <a16:creationId xmlns:a16="http://schemas.microsoft.com/office/drawing/2014/main" id="{F5E2C1F7-B7E9-1FDB-0CF9-1FA6F78E18F3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5362462" y="4315430"/>
            <a:ext cx="1" cy="5903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7543BF48-1435-1121-1374-7D91E4698D2C}"/>
              </a:ext>
            </a:extLst>
          </p:cNvPr>
          <p:cNvSpPr txBox="1"/>
          <p:nvPr/>
        </p:nvSpPr>
        <p:spPr>
          <a:xfrm>
            <a:off x="865782" y="411542"/>
            <a:ext cx="3927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i="1" dirty="0">
                <a:solidFill>
                  <a:srgbClr val="000000"/>
                </a:solidFill>
                <a:latin typeface="TimesNewRomanPS-ItalicMT"/>
              </a:rPr>
              <a:t>4. Sơ đồ kết nối ( dự kiến)</a:t>
            </a:r>
            <a:endParaRPr lang="vi-VN" sz="2400" b="1" dirty="0"/>
          </a:p>
        </p:txBody>
      </p: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987F94A0-DC6E-ADB5-B604-A87DDBAAC1B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701256" y="2588747"/>
            <a:ext cx="6636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ACCE06E1-3AAA-1844-A624-4A0A10C68461}"/>
              </a:ext>
            </a:extLst>
          </p:cNvPr>
          <p:cNvCxnSpPr>
            <a:cxnSpLocks/>
          </p:cNvCxnSpPr>
          <p:nvPr/>
        </p:nvCxnSpPr>
        <p:spPr>
          <a:xfrm>
            <a:off x="6359977" y="2365032"/>
            <a:ext cx="8196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Hình chữ nhật 40">
            <a:extLst>
              <a:ext uri="{FF2B5EF4-FFF2-40B4-BE49-F238E27FC236}">
                <a16:creationId xmlns:a16="http://schemas.microsoft.com/office/drawing/2014/main" id="{31FBD460-74D0-E6AD-3BB4-38A18038D2EF}"/>
              </a:ext>
            </a:extLst>
          </p:cNvPr>
          <p:cNvSpPr/>
          <p:nvPr/>
        </p:nvSpPr>
        <p:spPr>
          <a:xfrm>
            <a:off x="2160701" y="1261894"/>
            <a:ext cx="1540555" cy="8024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2"/>
                </a:solidFill>
                <a:latin typeface="+mj-lt"/>
              </a:rPr>
              <a:t>Khối điều khiển</a:t>
            </a:r>
          </a:p>
        </p:txBody>
      </p:sp>
      <p:cxnSp>
        <p:nvCxnSpPr>
          <p:cNvPr id="42" name="Đường nối Thẳng 41">
            <a:extLst>
              <a:ext uri="{FF2B5EF4-FFF2-40B4-BE49-F238E27FC236}">
                <a16:creationId xmlns:a16="http://schemas.microsoft.com/office/drawing/2014/main" id="{4BC0D732-CA25-75C1-4C19-C25BFAD332D1}"/>
              </a:ext>
            </a:extLst>
          </p:cNvPr>
          <p:cNvCxnSpPr>
            <a:cxnSpLocks/>
          </p:cNvCxnSpPr>
          <p:nvPr/>
        </p:nvCxnSpPr>
        <p:spPr>
          <a:xfrm flipV="1">
            <a:off x="1269774" y="4315430"/>
            <a:ext cx="4092687" cy="176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Đường nối Thẳng 49">
            <a:extLst>
              <a:ext uri="{FF2B5EF4-FFF2-40B4-BE49-F238E27FC236}">
                <a16:creationId xmlns:a16="http://schemas.microsoft.com/office/drawing/2014/main" id="{113C3FCA-2CDE-A54E-DBA7-905C38FF1871}"/>
              </a:ext>
            </a:extLst>
          </p:cNvPr>
          <p:cNvCxnSpPr>
            <a:cxnSpLocks/>
          </p:cNvCxnSpPr>
          <p:nvPr/>
        </p:nvCxnSpPr>
        <p:spPr>
          <a:xfrm>
            <a:off x="1269774" y="1552028"/>
            <a:ext cx="0" cy="27634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Đường kết nối Mũi tên Thẳng 56">
            <a:extLst>
              <a:ext uri="{FF2B5EF4-FFF2-40B4-BE49-F238E27FC236}">
                <a16:creationId xmlns:a16="http://schemas.microsoft.com/office/drawing/2014/main" id="{1C935148-74B4-6D89-3E63-9B927C17CD90}"/>
              </a:ext>
            </a:extLst>
          </p:cNvPr>
          <p:cNvCxnSpPr>
            <a:cxnSpLocks/>
          </p:cNvCxnSpPr>
          <p:nvPr/>
        </p:nvCxnSpPr>
        <p:spPr>
          <a:xfrm>
            <a:off x="1269774" y="1552028"/>
            <a:ext cx="89092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Đường kết nối Mũi tên Thẳng 57">
            <a:extLst>
              <a:ext uri="{FF2B5EF4-FFF2-40B4-BE49-F238E27FC236}">
                <a16:creationId xmlns:a16="http://schemas.microsoft.com/office/drawing/2014/main" id="{C94B6954-213E-ABE1-3528-6B2EEA32F605}"/>
              </a:ext>
            </a:extLst>
          </p:cNvPr>
          <p:cNvCxnSpPr>
            <a:cxnSpLocks/>
          </p:cNvCxnSpPr>
          <p:nvPr/>
        </p:nvCxnSpPr>
        <p:spPr>
          <a:xfrm>
            <a:off x="3701256" y="1663109"/>
            <a:ext cx="6636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D407534A-C824-5F6B-B399-7A0968C8B1A3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362461" y="3214988"/>
            <a:ext cx="1" cy="1172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12C6DE6-C1FF-8AEE-1448-79FE6D3398D4}"/>
              </a:ext>
            </a:extLst>
          </p:cNvPr>
          <p:cNvSpPr/>
          <p:nvPr/>
        </p:nvSpPr>
        <p:spPr>
          <a:xfrm>
            <a:off x="2160701" y="3128349"/>
            <a:ext cx="1540555" cy="6929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>
                <a:solidFill>
                  <a:schemeClr val="tx2"/>
                </a:solidFill>
                <a:latin typeface="+mj-lt"/>
              </a:rPr>
              <a:t>Sensor</a:t>
            </a:r>
            <a:endParaRPr lang="vi-VN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EE278258-8DF5-C261-FE65-79F4A135F261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287590" y="3474841"/>
            <a:ext cx="8731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13672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122</Words>
  <Application>Microsoft Office PowerPoint</Application>
  <PresentationFormat>Màn hình rộng</PresentationFormat>
  <Paragraphs>38</Paragraphs>
  <Slides>5</Slides>
  <Notes>3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TimesNewRomanPS-ItalicMT</vt:lpstr>
      <vt:lpstr>Chủ đề Office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 T</dc:creator>
  <cp:lastModifiedBy>H T</cp:lastModifiedBy>
  <cp:revision>11</cp:revision>
  <dcterms:created xsi:type="dcterms:W3CDTF">2024-09-29T07:49:12Z</dcterms:created>
  <dcterms:modified xsi:type="dcterms:W3CDTF">2024-12-05T15:59:42Z</dcterms:modified>
</cp:coreProperties>
</file>